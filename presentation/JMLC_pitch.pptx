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От панорамы к решению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Классификация городских участков по уличным панорамам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Дмитрий Новичков · ПИК AI Lab · JMLC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Тысячи участков — нужна оценка состояния застройки</a:t>
            </a:r>
          </a:p>
          <a:p>
            <a:pPr>
              <a:defRPr sz="1800"/>
            </a:pPr>
            <a:r>
              <a:t>• Спутник не видит фасады и дворы</a:t>
            </a:r>
          </a:p>
          <a:p>
            <a:pPr>
              <a:defRPr sz="1800"/>
            </a:pPr>
            <a:r>
              <a:t>• Текст в GPKG часто не различает класс</a:t>
            </a:r>
          </a:p>
          <a:p>
            <a:pPr>
              <a:defRPr sz="1800"/>
            </a:pPr>
            <a:r>
              <a:t>  (1712× «зелень во дворах» → природа ИЛИ жилой фонд)</a:t>
            </a:r>
          </a:p>
          <a:p>
            <a:pPr>
              <a:defRPr sz="1800"/>
            </a:pPr>
            <a:r>
              <a:t>• Аналитик тратит часы на ручной просмотр панорам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Решение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GeoPackage → панорамы Яндекса → ML-классификация</a:t>
            </a:r>
          </a:p>
          <a:p>
            <a:pPr>
              <a:defRPr sz="1800"/>
            </a:pPr>
            <a:r>
              <a:t>→ 6 классов UTT + подкласс + уверенность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Веб-пилот: карта, правки аналитика, экспорт GPKG</a:t>
            </a:r>
          </a:p>
          <a:p>
            <a:pPr>
              <a:defRPr sz="1800"/>
            </a:pPr>
            <a:r>
              <a:t>Desktop-клиент для офлайн-работы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OSM + Яндекс Street View, ~13k перспективных кропов</a:t>
            </a:r>
          </a:p>
          <a:p>
            <a:pPr>
              <a:defRPr sz="1800"/>
            </a:pPr>
            <a:r>
              <a:t>• GPKG аналитиков: 7535 участков с правками</a:t>
            </a:r>
          </a:p>
          <a:p>
            <a:pPr>
              <a:defRPr sz="1800"/>
            </a:pPr>
            <a:r>
              <a:t>• VLM weak supervision для переразметки</a:t>
            </a:r>
          </a:p>
          <a:p>
            <a:pPr>
              <a:defRPr sz="1800"/>
            </a:pPr>
            <a:r>
              <a:t>• Аудит: 29% кропов с неверным азимутом → multi-heading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Пайплайн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Контур участка → точки панорам (URL / грани полигона)</a:t>
            </a:r>
          </a:p>
          <a:p>
            <a:pPr>
              <a:defRPr sz="1800"/>
            </a:pPr>
            <a:r>
              <a:t>→ кроп 896×672 → CLIP ViT-L-14 → linear probe</a:t>
            </a:r>
          </a:p>
          <a:p>
            <a:pPr>
              <a:defRPr sz="1800"/>
            </a:pPr>
            <a:r>
              <a:t>→ голосование по 5 ракурсам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Продакшен: mode=ml, без текстовой эвристики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Метрики (research val)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CLIP probe vlm6_oss · n_val=239 · 6 классов UTT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Accuracy: 76.2%</a:t>
            </a:r>
          </a:p>
          <a:p>
            <a:pPr>
              <a:defRPr sz="1800"/>
            </a:pPr>
            <a:r>
              <a:t>macro-F1: 61.0% · balanced-F1: 73.8%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Все 6 классов в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Per-class и честность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Лучшие: active_urban F1=0.85, frozen_construction=0.80</a:t>
            </a:r>
          </a:p>
          <a:p>
            <a:pPr>
              <a:defRPr sz="1800"/>
            </a:pPr>
            <a:r>
              <a:t>Сложные: underused, low_density_degraded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OSM-метки согласны с VLM ~20% — чистка данных</a:t>
            </a:r>
          </a:p>
          <a:p>
            <a:pPr>
              <a:defRPr sz="1800"/>
            </a:pPr>
            <a:r>
              <a:t>GPKG: эвристика 87.6%, ML 44–80% (domain shift)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VLM и объяснимость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PaliGemma 3B + LoRA: класс + bbox на кадре</a:t>
            </a:r>
          </a:p>
          <a:p>
            <a:pPr>
              <a:defRPr sz="1800"/>
            </a:pPr>
            <a:r>
              <a:t>Qwen zero-shot macro IoU ~0.34 → roadmap fine-tune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Цель: аналитик видит НЕ только метку, но и «где на фото»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AI-агенты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LangGraph autonomous agent:</a:t>
            </a:r>
          </a:p>
          <a:p>
            <a:pPr>
              <a:defRPr sz="1800"/>
            </a:pPr>
            <a:r>
              <a:t>чистка → VLM labels → train probe → eval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Metric agent: автоматическая проверка целевых порогов</a:t>
            </a:r>
          </a:p>
          <a:p>
            <a:pPr>
              <a:defRPr sz="1800"/>
            </a:pPr>
            <a:r>
              <a:t>SUCCESS на research val для vlm6_oss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Инженерия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Python · PyTorch · OpenCLIP · Flask · GeoPandas</a:t>
            </a:r>
          </a:p>
          <a:p>
            <a:pPr>
              <a:defRPr sz="1800"/>
            </a:pPr>
            <a:r>
              <a:t>Docker · CI · воспроизводимые скрипты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github.com/mfclabber/aith_junior_ml_contest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Импакт и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Пилот для аналитиков девелопера</a:t>
            </a:r>
          </a:p>
          <a:p>
            <a:pPr>
              <a:defRPr sz="1800"/>
            </a:pPr>
            <a:r>
              <a:t>• Сокращение ручного просмотра панорам</a:t>
            </a:r>
          </a:p>
          <a:p>
            <a:pPr>
              <a:defRPr sz="1800"/>
            </a:pPr>
            <a:r>
              <a:t>• Roadmap: analyst fine-tune, greenery hard-cases,</a:t>
            </a:r>
          </a:p>
          <a:p>
            <a:pPr>
              <a:defRPr sz="1800"/>
            </a:pPr>
            <a:r>
              <a:t>  active learning, VLM в production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Демо: docker compose up</a:t>
            </a:r>
          </a:p>
          <a:p>
            <a:pPr>
              <a:defRPr sz="1800"/>
            </a:pPr>
            <a:r>
              <a:t>Вопросы?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novichkovde@pik.ru · github.com/mfclabber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